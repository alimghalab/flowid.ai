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Flowid.ai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548640" y="3337560"/>
            <a:ext cx="12801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5204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Engineering Documentation,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 Minutes — Not 4 Weeks.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fluid system engineering for Malaysian industry.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9167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HACKATHON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608076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Ghalab · Amr Ghalab    flowid-ai.vercel.app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Malaysia's engineer pool is growing — but the certification bottleneck holds projects back.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3657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73152" cy="1371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5448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205,500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383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engineers in Malaysia (BEM, Jan 2024)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657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41732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5448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2240280"/>
            <a:ext cx="3383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Professional Engineers (PE) — only 16,400 can stamp designs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657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73152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55448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wks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412480" y="2240280"/>
            <a:ext cx="3383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turnaround for fluid system feasibility documentation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54864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63240"/>
            <a:ext cx="73152" cy="3108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Goes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6576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 of an engineer's time goes to documentation: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drafting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in MYR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risk register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DOSH / BOMBA / SIRIM compliance citation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 diagram drafting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RFQ preparation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63240"/>
            <a:ext cx="566928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063240"/>
            <a:ext cx="73152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Today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365760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Scale of Fees sets engineering consultancy fees at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0.9–3% of total project cost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RM 500,000 fluid system →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4,500–15,000 in engineering fees alone,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weeks of waiting.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 (ChatGPT etc.) have no Malaysian supplier data, no DOSH/BOMBA compliance, and produce unstructured output engineers can't actually use.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Board of Engineers Malaysia (BEM) — Scale of Fees Revision 2004 &amp; Jan 2024 Registry · UMPSA News "Why Malaysia's Ir. is Stagnating" (2024) · bem.org.my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Documentation in 4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project description. Get a procurement-ready engineering specification — PE validates before stamping.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3453384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73152" cy="2011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fills a 1-screen 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087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type (40+ supported)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(RM)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flow rate / volume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047744" y="2286000"/>
            <a:ext cx="274320" cy="274320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7784" y="1417320"/>
            <a:ext cx="3453384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417320"/>
            <a:ext cx="73152" cy="2011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6384" y="160020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6384" y="19202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specialised agents + 12-check validation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6384" y="246888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Process parameters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Agent → Malaysian suppliers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Hydraulics → NPSH, Re, motor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→ 20+ guideword risks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P&amp;ID → MYR + diagram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866888" y="2286000"/>
            <a:ext cx="274320" cy="274320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6928" y="1417320"/>
            <a:ext cx="3453384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6928" y="1417320"/>
            <a:ext cx="73152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5528" y="160020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5528" y="19202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Procurement-ready engineering package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5528" y="246888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BOM with MYR prices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risk register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 process flow diagram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AACE Class 4–5 cost estimate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Excel exports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1091672" cy="2286000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74904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93192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engineers — not vs engineers.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452628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Flowid.ai automates the 60–80% documentation work. The PE keeps the engineering judgement — reviews, modifies, stamps. Total time from project description to stamped feasibility: hours, not weeks.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Not Mockups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flowid-ai.vercel.app · generate a real Malaysian fluid system in under 4 minutes.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5362956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00200"/>
            <a:ext cx="4905756" cy="1234440"/>
          </a:xfrm>
          <a:prstGeom prst="rect">
            <a:avLst/>
          </a:prstGeom>
          <a:solidFill>
            <a:srgbClr val="0208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00200"/>
            <a:ext cx="4905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Malaysian suppliers: Grundfos, KITZ, Endress+Hauser, ABB. MYR pricing per item.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7356" y="1371600"/>
            <a:ext cx="5362956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371600"/>
            <a:ext cx="73152" cy="2286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5956" y="1600200"/>
            <a:ext cx="4905756" cy="1234440"/>
          </a:xfrm>
          <a:prstGeom prst="rect">
            <a:avLst/>
          </a:prstGeom>
          <a:solidFill>
            <a:srgbClr val="0208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1600200"/>
            <a:ext cx="4905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05956" y="288036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(P&amp;ID)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05956" y="320040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diagram showing equipment connections. Downloadable as SVG.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62956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60520"/>
            <a:ext cx="4905756" cy="1234440"/>
          </a:xfrm>
          <a:prstGeom prst="rect">
            <a:avLst/>
          </a:prstGeom>
          <a:solidFill>
            <a:srgbClr val="0208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60520"/>
            <a:ext cx="4905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544068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7607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AACE Class 4–5 methodology. Every line cites its source (BOM sum, Lang Factor).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77356" y="3931920"/>
            <a:ext cx="5362956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7356" y="3931920"/>
            <a:ext cx="73152" cy="2286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05956" y="4160520"/>
            <a:ext cx="4905756" cy="1234440"/>
          </a:xfrm>
          <a:prstGeom prst="rect">
            <a:avLst/>
          </a:prstGeom>
          <a:solidFill>
            <a:srgbClr val="0208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5956" y="4160520"/>
            <a:ext cx="4905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05956" y="544068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Notes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05956" y="57607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server-side integrity checks visible to the engineer. Trust, made visible.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  →  flowid-ai.vercel.app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 + 12-Check Validation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specialised AI agents work the problem. A server-side validation layer audits every output.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73152" cy="4937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Agent Framework Diagram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delivered separately as SVG / PNG — paste over this placeholder.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30952" cy="4937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371600"/>
            <a:ext cx="73152" cy="4937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50876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192024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parameters, system type, scale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04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304288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suppliers, sizing, MYR prices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2688336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NPSH, Reynolds, TDH, IEC motor sizing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0723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3072384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Guideword risks (≥20 entries, all required)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3456432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AACE Class 4–5 + Lang Factor breakdown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384048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node-edge graph for diagram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4270248"/>
            <a:ext cx="47823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40740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700016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server-side integrity checks · cost reconciled against BOM · math re-verified · material compatibility · HAZOP coverage · BOM↔P&amp;ID consistency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fallback chain: Cerebras Qwen 235B → Mistral Medium → SambaNova Llama 3.3 70B · Firestore persistent storage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Malaysia's Process Industry — Real Numbers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market, verifiable data, immediate productivity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6858000" cy="4937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73152" cy="49377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087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INDUSTRIES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1920240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Oil Mills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 mills nationwide (Statista, 2023)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377440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Pengerang RAPID, Petronas, Carigali — PETRONAS PTS-qualified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2834640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Treatment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+ industrial across 13 states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291840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GMP-regulated plants, Selangor / Penang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3749040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/ E&amp;E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 FIZ — largest concentration in SE Asia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206240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&amp; Latex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Kedah, Johor, Pahang — ammonia preservation systems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4663440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CIP, steam, cooling across the country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1371600"/>
            <a:ext cx="3867912" cy="4937760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1371600"/>
            <a:ext cx="73152" cy="4937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150876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VALUE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187452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TAM math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2331720"/>
            <a:ext cx="33192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205,500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engineers (BEM, 2024)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hrs/wk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time saved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50/hr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engineer hourly rate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046720" y="5577840"/>
            <a:ext cx="3319272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557784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RM 257M/year at 5% adoption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Board of Engineers Malaysia Jan 2024 Registry · Statista "Malaysia palm oil mills 2023" · MIDA industry directories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Flowid.ai Compares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engineering quality. Different time-and-cost reality.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377440"/>
                <a:gridCol w="1371600"/>
                <a:gridCol w="137160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Suppliers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Flowid.ai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RM 79–299/mo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Consultant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15,000–50,000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 (ChatGPT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hour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Spreadsheet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Engineer's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Software (AVEVA, Bentley)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+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30,000+/year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BEM Scale of Fees (consultant cost) · AVEVA / Bentley public licensing · ChatGPT plans (chat.openai.com) · Flowid.ai live pricing model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Engineering Integrity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passes through 12 server-side integrity checks. AI cannot quietly fabricate.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9047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cost = verified BOM sum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41732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41732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49047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9704" y="17099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 &gt; 50% of total (decimal err)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141732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417320"/>
            <a:ext cx="54864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49047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47888" y="17099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NPSH margin re-verified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24028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240280"/>
            <a:ext cx="54864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31343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25328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 = static + friction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06824" y="224028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06824" y="2240280"/>
            <a:ext cx="54864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9704" y="231343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9704" y="25328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re-computed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65008" y="224028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2240280"/>
            <a:ext cx="54864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231343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47888" y="25328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regime matches 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06324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063240"/>
            <a:ext cx="54864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13639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335584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size ≥ shaft (IEC 60034)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06824" y="306324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06824" y="3063240"/>
            <a:ext cx="54864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9704" y="313639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9704" y="335584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↔ P&amp;ID pump count consistent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65008" y="306324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5008" y="3063240"/>
            <a:ext cx="54864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7888" y="313639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47888" y="335584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 nodes in diagram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388620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388620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95935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417880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guidewords covered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06824" y="388620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06824" y="388620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9704" y="395935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89704" y="417880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Fluid–material compatibility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65008" y="3886200"/>
            <a:ext cx="3575304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65008" y="3886200"/>
            <a:ext cx="54864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47888" y="395935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47888" y="417880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supplier pattern match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5074920"/>
            <a:ext cx="11091672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5074920"/>
            <a:ext cx="73152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51663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GROUNDED IN ESTABLISHED STANDARDS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22960" y="54406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AACE International Class 4–5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cost classification ·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Factor / Hand's Method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installation &amp; engineering ratios ·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610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NPSH ·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60034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motor sizing ·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DOSH FMA 1967, BOMBA UBBL, SIRIM QAS, PETRONAS PTS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compliance citations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validation (Pydantic-equivalent) · Firestore persistent storage · feasibility tool, not stamped design — PE remains in the loop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Adoption. Paid for Reliability.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that make output 100% trustworthy sit behind the paid tier.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3514344" cy="4937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73152" cy="4937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· 3 projects/month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296570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2965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Basic BOM generation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MYR pricing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Malaysian supplier names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Basic PDF export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Compliance citations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HAZOP register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confidence scores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alternatives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P&amp;ID diagram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validation audit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7304" y="1234440"/>
            <a:ext cx="3514344" cy="5212080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7304" y="1234440"/>
            <a:ext cx="73152" cy="5212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0076" y="1005840"/>
            <a:ext cx="182880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0076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1624" y="15087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1624" y="187452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79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11624" y="25603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engineer / month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1624" y="27889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projects · all reliability features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1624" y="3154680"/>
            <a:ext cx="296570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1624" y="329184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Everything in Free, plus: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HAZOP Risk Register (20+)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confidence scores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Component alternatives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P&amp;ID diagram (SVG)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12-check validation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Engineering math verified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Material compatibility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Engineer Action Plan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Excel BOM export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25968" y="1371600"/>
            <a:ext cx="3514344" cy="4937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5968" y="1371600"/>
            <a:ext cx="73152" cy="4937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0288" y="16002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ENTERPRISE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00288" y="19659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299+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400288" y="260604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up to 5 seats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00288" y="283464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 for &gt;5 seats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00288" y="3154680"/>
            <a:ext cx="296570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0288" y="329184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Everything in Professional, plus: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Multi-user team workspace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Shared project library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Custom supplier directory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White-label PDF reports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Priority AI infrastructure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access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Dedicated support engineer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Onboarding + training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SLA + invoicing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free tier gets engineers using the tool; paid tier delivers the rigor that makes output 100% trustworthy for procurement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4 Days, by 2 Malaysian Engineers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+ multimedia. Built BY engineers, FOR engineers.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317236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73152" cy="3200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91640"/>
            <a:ext cx="1097280" cy="10972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240280" y="1783080"/>
            <a:ext cx="3488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Ghalab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0280" y="2240280"/>
            <a:ext cx="3488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Engineer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2560320"/>
            <a:ext cx="3488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 · AI integration · system architecture · backend reliability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108960"/>
            <a:ext cx="46771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alimohamedrefai@gmail.com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+60 17-335 6536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3076" y="1463040"/>
            <a:ext cx="5317236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3076" y="1463040"/>
            <a:ext cx="73152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88836" y="1691640"/>
            <a:ext cx="1097280" cy="10972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8836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014716" y="1783080"/>
            <a:ext cx="3488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Ghalab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14716" y="2240280"/>
            <a:ext cx="3488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Technician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14716" y="2560320"/>
            <a:ext cx="3488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 · brand identity · pitch material · multimedia production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88836" y="3108960"/>
            <a:ext cx="46771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8836" y="324612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amrmohamedrefai@gmail.com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+60 19-935 6380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11091672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46320"/>
            <a:ext cx="73152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937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DELIVERED IN 4 DAYS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21208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TypeScript + Tailwind · Firebase Auth + Firestore · 3-provider AI fallback (Cerebras, Mistral, SambaNova) · 12-check server-side validation · Process Flow Diagram (Mermaid.js + SVG export) · PDF &amp; Excel exports · multi-agent loading UI · Zod schema enforcement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if Flowid.ai earns its place to keep building.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3514344" cy="4572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73152" cy="45720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137160" cy="1371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116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for project Q&amp;A and inline corrections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137160" cy="1371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9260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This Alternative" — regenerate plan around chosen alternative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137160" cy="1371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8404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program with 5 Malaysian EPC partners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846320"/>
            <a:ext cx="137160" cy="1371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7548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improvements &amp; branded templates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7304" y="1417320"/>
            <a:ext cx="3514344" cy="4572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7304" y="1417320"/>
            <a:ext cx="73152" cy="4572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1624" y="160020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1624" y="2103120"/>
            <a:ext cx="137160" cy="1371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0224" y="20116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catalogue cross-reference (verify model numbers)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1624" y="3017520"/>
            <a:ext cx="137160" cy="1371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0224" y="29260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data sheets — 1 page per component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1624" y="3931920"/>
            <a:ext cx="137160" cy="1371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0224" y="38404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(Bahasa Malaysia, Mandarin)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1624" y="4846320"/>
            <a:ext cx="137160" cy="1371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0224" y="47548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via richer supplier APIs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25968" y="1417320"/>
            <a:ext cx="3514344" cy="4572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25968" y="1417320"/>
            <a:ext cx="73152" cy="4572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0288" y="160020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00288" y="210312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28888" y="20116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clearance and commercial brand consolidation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00288" y="301752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28888" y="29260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deployment for data-sovereign clients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00288" y="393192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28888" y="38404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PETRONAS PTS pre-qualified document templates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00288" y="484632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28888" y="4754880"/>
            <a:ext cx="273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firm partnerships and white-label option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MVP is honest about what it is — a feasibility tool. Tomorrow's version closes the gap to procurement-grade output.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0"/>
            <a:ext cx="12801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08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Flowid.ai now → flowid-ai.vercel.app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partnerships, or pilot interest?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5362956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572000"/>
            <a:ext cx="73152" cy="1371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Ghalab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Engineer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alimohamedrefai@gmail.com  ·  +60 17-335 6536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7356" y="4572000"/>
            <a:ext cx="5362956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4572000"/>
            <a:ext cx="73152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1676" y="47091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Ghalab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1676" y="5029200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Technician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1676" y="534924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amrmohamedrefai@gmail.com  ·  +60 19-935 6380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HACKATHON 2026  ·  Slido: 2311517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Flowid.ai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Flowid.ai — AIC Hackathon Pitch Deck</dc:title>
  <dc:subject>PptxGenJS Presentation</dc:subject>
  <dc:creator>Ali Ghalab · Amr Ghalab</dc:creator>
  <cp:lastModifiedBy>Ali Ghalab · Amr Ghalab</cp:lastModifiedBy>
  <cp:revision>1</cp:revision>
  <dcterms:created xsi:type="dcterms:W3CDTF">2026-05-25T12:48:10Z</dcterms:created>
  <dcterms:modified xsi:type="dcterms:W3CDTF">2026-05-25T12:48:10Z</dcterms:modified>
</cp:coreProperties>
</file>